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Phishing Awareness Training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• Learn how phishing attacks work</a:t>
            </a:r>
          </a:p>
          <a:p>
            <a:pPr>
              <a:defRPr sz="1800"/>
            </a:pPr>
            <a:r>
              <a:t>• Understand the dangers of phishing</a:t>
            </a:r>
          </a:p>
          <a:p>
            <a:pPr>
              <a:defRPr sz="1800"/>
            </a:pPr>
            <a:r>
              <a:t>• Discover ways to protect personal and company information</a:t>
            </a:r>
          </a:p>
          <a:p>
            <a:pPr>
              <a:defRPr sz="1800"/>
            </a:pPr>
            <a:r>
              <a:t>• Improve cybersecurity awareness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Training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• Understand phishing attacks and their impact</a:t>
            </a:r>
          </a:p>
          <a:p>
            <a:pPr>
              <a:defRPr sz="1800"/>
            </a:pPr>
            <a:r>
              <a:t>• Identify phishing emails and fake websites</a:t>
            </a:r>
          </a:p>
          <a:p>
            <a:pPr>
              <a:defRPr sz="1800"/>
            </a:pPr>
            <a:r>
              <a:t>• Learn social engineering tactics used by attackers</a:t>
            </a:r>
          </a:p>
          <a:p>
            <a:pPr>
              <a:defRPr sz="1800"/>
            </a:pPr>
            <a:r>
              <a:t>• Apply best practices to avoid attacks</a:t>
            </a:r>
          </a:p>
          <a:p>
            <a:pPr>
              <a:defRPr sz="1800"/>
            </a:pPr>
            <a:r>
              <a:t>• Test understanding through quizzes and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Phishing?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• Phishing is a cyberattack used to steal sensitive information</a:t>
            </a:r>
          </a:p>
          <a:p>
            <a:pPr>
              <a:defRPr sz="1800"/>
            </a:pPr>
            <a:r>
              <a:t>• Attackers pretend to be trusted organizations or individuals</a:t>
            </a:r>
          </a:p>
          <a:p>
            <a:pPr>
              <a:defRPr sz="1800"/>
            </a:pPr>
            <a:r>
              <a:t>• Victims may be tricked into sharing passwords or banking details</a:t>
            </a:r>
          </a:p>
          <a:p>
            <a:pPr>
              <a:defRPr sz="1800"/>
            </a:pPr>
            <a:r>
              <a:t>• Phishing often happens through emails, messages, or fake websites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Common Types of Phishing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• Email Phishing – Fake emails pretending to be from trusted companies</a:t>
            </a:r>
          </a:p>
          <a:p>
            <a:pPr>
              <a:defRPr sz="1800"/>
            </a:pPr>
            <a:r>
              <a:t>• Spear Phishing – Targeted attacks aimed at specific individuals</a:t>
            </a:r>
          </a:p>
          <a:p>
            <a:pPr>
              <a:defRPr sz="1800"/>
            </a:pPr>
            <a:r>
              <a:t>• Smishing – Phishing through SMS or text messages</a:t>
            </a:r>
          </a:p>
          <a:p>
            <a:pPr>
              <a:defRPr sz="1800"/>
            </a:pPr>
            <a:r>
              <a:t>• Vishing – Phone call scams pretending to be legitimate</a:t>
            </a:r>
          </a:p>
          <a:p>
            <a:pPr>
              <a:defRPr sz="1800"/>
            </a:pPr>
            <a:r>
              <a:t>• Clone Phishing – Copying real emails and replacing links with malicious 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to Recognize Phishing Emails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• Check if the sender’s email address looks suspicious</a:t>
            </a:r>
          </a:p>
          <a:p>
            <a:pPr>
              <a:defRPr sz="1800"/>
            </a:pPr>
            <a:r>
              <a:t>• Be careful with urgent messages asking for immediate action</a:t>
            </a:r>
          </a:p>
          <a:p>
            <a:pPr>
              <a:defRPr sz="1800"/>
            </a:pPr>
            <a:r>
              <a:t>• Avoid opening unknown attachments or clicking suspicious links</a:t>
            </a:r>
          </a:p>
          <a:p>
            <a:pPr>
              <a:defRPr sz="1800"/>
            </a:pPr>
            <a:r>
              <a:t>• Look for grammar mistakes and unusual formatting</a:t>
            </a:r>
          </a:p>
          <a:p>
            <a:pPr>
              <a:defRPr sz="1800"/>
            </a:pPr>
            <a:r>
              <a:t>• Never share passwords or confidential information through email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Identifying Fake Websites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• Check if the website uses HTTPS and has a padlock symbol</a:t>
            </a:r>
          </a:p>
          <a:p>
            <a:pPr>
              <a:defRPr sz="1800"/>
            </a:pPr>
            <a:r>
              <a:t>• Carefully inspect URLs for spelling mistakes or extra characters</a:t>
            </a:r>
          </a:p>
          <a:p>
            <a:pPr>
              <a:defRPr sz="1800"/>
            </a:pPr>
            <a:r>
              <a:t>• Fake websites may copy the design of real websites</a:t>
            </a:r>
          </a:p>
          <a:p>
            <a:pPr>
              <a:defRPr sz="1800"/>
            </a:pPr>
            <a:r>
              <a:t>• Avoid entering sensitive information on untrusted websites</a:t>
            </a:r>
          </a:p>
          <a:p>
            <a:pPr>
              <a:defRPr sz="1800"/>
            </a:pPr>
            <a:r>
              <a:t>• Verify website authenticity before making payments or logging 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Social Engineering Tactics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• Attackers manipulate human emotions to gain trust</a:t>
            </a:r>
          </a:p>
          <a:p>
            <a:pPr>
              <a:defRPr sz="1800"/>
            </a:pPr>
            <a:r>
              <a:t>• Common emotions used include fear, urgency, curiosity, and excitement</a:t>
            </a:r>
          </a:p>
          <a:p>
            <a:pPr>
              <a:defRPr sz="1800"/>
            </a:pPr>
            <a:r>
              <a:t>• Attackers may pretend to be bank officials, IT staff, or company managers</a:t>
            </a:r>
          </a:p>
          <a:p>
            <a:pPr>
              <a:defRPr sz="1800"/>
            </a:pPr>
            <a:r>
              <a:t>• Social engineering is often combined with phishing attacks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Best Practices and Safety Tips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• Use strong and unique passwords for different accounts</a:t>
            </a:r>
          </a:p>
          <a:p>
            <a:pPr>
              <a:defRPr sz="1800"/>
            </a:pPr>
            <a:r>
              <a:t>• Enable Multi-Factor Authentication (MFA)</a:t>
            </a:r>
          </a:p>
          <a:p>
            <a:pPr>
              <a:defRPr sz="1800"/>
            </a:pPr>
            <a:r>
              <a:t>• Do not click links from unknown sources</a:t>
            </a:r>
          </a:p>
          <a:p>
            <a:pPr>
              <a:defRPr sz="1800"/>
            </a:pPr>
            <a:r>
              <a:t>• Keep devices and software updated regularly</a:t>
            </a:r>
          </a:p>
          <a:p>
            <a:pPr>
              <a:defRPr sz="1800"/>
            </a:pPr>
            <a:r>
              <a:t>• Report suspicious emails or messages immediately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Real-World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• A user receives an email claiming to be from their bank</a:t>
            </a:r>
          </a:p>
          <a:p>
            <a:pPr>
              <a:defRPr sz="1800"/>
            </a:pPr>
            <a:r>
              <a:t>• The email asks them to verify account details urgently</a:t>
            </a:r>
          </a:p>
          <a:p>
            <a:pPr>
              <a:defRPr sz="1800"/>
            </a:pPr>
            <a:r>
              <a:t>• The provided link leads to a fake banking website</a:t>
            </a:r>
          </a:p>
          <a:p>
            <a:pPr>
              <a:defRPr sz="1800"/>
            </a:pPr>
            <a:r>
              <a:t>• The victim enters login credentials, which are stolen by attackers</a:t>
            </a:r>
          </a:p>
          <a:p>
            <a:pPr>
              <a:defRPr sz="1800"/>
            </a:pPr>
            <a:r>
              <a:t>• This can lead to financial loss and identity theft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Interactive Quiz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1. What is a common sign of phishing?</a:t>
            </a:r>
          </a:p>
          <a:p>
            <a:pPr>
              <a:defRPr sz="1800"/>
            </a:pPr>
            <a:r>
              <a:t>   • Urgent requests and suspicious links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Why should you check website URLs?</a:t>
            </a:r>
          </a:p>
          <a:p>
            <a:pPr>
              <a:defRPr sz="1800"/>
            </a:pPr>
            <a:r>
              <a:t>   • To avoid fake or malicious websites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What should you do with suspicious emails?</a:t>
            </a:r>
          </a:p>
          <a:p>
            <a:pPr>
              <a:defRPr sz="1800"/>
            </a:pPr>
            <a:r>
              <a:t>   • Report and delete them without clicking links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80467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• Phishing attacks are one of the most common cyber threats</a:t>
            </a:r>
          </a:p>
          <a:p>
            <a:pPr>
              <a:defRPr sz="1800"/>
            </a:pPr>
            <a:r>
              <a:t>• Awareness and careful verification can reduce risks</a:t>
            </a:r>
          </a:p>
          <a:p>
            <a:pPr>
              <a:defRPr sz="1800"/>
            </a:pPr>
            <a:r>
              <a:t>• Always think before clicking links or sharing information</a:t>
            </a:r>
          </a:p>
          <a:p>
            <a:pPr>
              <a:defRPr sz="1800"/>
            </a:pPr>
            <a:r>
              <a:t>• Strong cybersecurity habits help protect individuals and organizations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